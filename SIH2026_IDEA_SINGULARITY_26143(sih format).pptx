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033" autoAdjust="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6500000" cy="4005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26143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Leveraging satellite imagery to detect oil spills at sea, correlated with AIS data to identify responsible vessels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 Disaster Management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portal)- SINGULARITY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400" dirty="0"/>
              <a:t>SINGULARITY</a:t>
            </a:r>
            <a:endParaRPr lang="en-IN" sz="1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1AC246A-7A6C-97C7-4B80-A9C2A04B477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680"/>
          <a:stretch>
            <a:fillRect/>
          </a:stretch>
        </p:blipFill>
        <p:spPr>
          <a:xfrm>
            <a:off x="129075" y="1387450"/>
            <a:ext cx="5540323" cy="47228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79B562B-1082-4F4A-03EB-091DA669EAF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675"/>
          <a:stretch>
            <a:fillRect/>
          </a:stretch>
        </p:blipFill>
        <p:spPr>
          <a:xfrm>
            <a:off x="5597009" y="1497844"/>
            <a:ext cx="6594990" cy="45020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845573" y="-379016"/>
            <a:ext cx="10235381" cy="1262523"/>
          </a:xfrm>
        </p:spPr>
        <p:txBody>
          <a:bodyPr/>
          <a:lstStyle/>
          <a:p>
            <a:pPr eaLnBrk="1" hangingPunct="1"/>
            <a: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400" dirty="0"/>
              <a:t>SINGULARITY</a:t>
            </a:r>
            <a:endParaRPr lang="en-IN" sz="14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0348" y="1500"/>
            <a:ext cx="1499588" cy="7080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36AA67-FB8B-1F73-E219-72942C5C67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965"/>
          <a:stretch>
            <a:fillRect/>
          </a:stretch>
        </p:blipFill>
        <p:spPr>
          <a:xfrm>
            <a:off x="3212437" y="612614"/>
            <a:ext cx="5933936" cy="574373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4B50E99-790B-41E2-D2EC-8D2577DA3B7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069"/>
          <a:stretch>
            <a:fillRect/>
          </a:stretch>
        </p:blipFill>
        <p:spPr>
          <a:xfrm>
            <a:off x="8652388" y="667987"/>
            <a:ext cx="3583930" cy="534935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0301CAE-1567-F9EC-1B58-C97D55E784E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121"/>
          <a:stretch>
            <a:fillRect/>
          </a:stretch>
        </p:blipFill>
        <p:spPr>
          <a:xfrm>
            <a:off x="-51603" y="1877180"/>
            <a:ext cx="4033667" cy="34912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2874"/>
            <a:ext cx="12191999" cy="365125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-546278" y="6936725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400" dirty="0"/>
              <a:t>SINGULARITY</a:t>
            </a:r>
            <a:endParaRPr lang="en-IN" sz="1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364" y="-59554"/>
            <a:ext cx="1250571" cy="5904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895BF2-5629-88B9-32C2-8948422458F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009" t="14851" r="18" b="9979"/>
          <a:stretch>
            <a:fillRect/>
          </a:stretch>
        </p:blipFill>
        <p:spPr>
          <a:xfrm>
            <a:off x="8783720" y="441713"/>
            <a:ext cx="4074729" cy="593618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B28BB1A-BE5E-A85C-FD23-DEB4AFDE9F0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8311" b="8265"/>
          <a:stretch>
            <a:fillRect/>
          </a:stretch>
        </p:blipFill>
        <p:spPr>
          <a:xfrm>
            <a:off x="-440835" y="1359451"/>
            <a:ext cx="5947380" cy="367542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CB4A3CB-A7E6-FA1E-D274-F25BFCE373B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5778" b="8368"/>
          <a:stretch>
            <a:fillRect/>
          </a:stretch>
        </p:blipFill>
        <p:spPr>
          <a:xfrm>
            <a:off x="4839324" y="2151322"/>
            <a:ext cx="4169269" cy="247662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4F04703-4948-C38C-0186-CDE6C5E94DE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85714"/>
          <a:stretch>
            <a:fillRect/>
          </a:stretch>
        </p:blipFill>
        <p:spPr>
          <a:xfrm>
            <a:off x="3817004" y="1539664"/>
            <a:ext cx="6213911" cy="69516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86DE0D5-BB9E-CA1D-7E8E-BEFCB1B2841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88228"/>
          <a:stretch>
            <a:fillRect/>
          </a:stretch>
        </p:blipFill>
        <p:spPr>
          <a:xfrm>
            <a:off x="6418771" y="5872250"/>
            <a:ext cx="4838423" cy="69516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803C13C-61EB-F59E-D376-C33A7DCD29C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83851"/>
          <a:stretch>
            <a:fillRect/>
          </a:stretch>
        </p:blipFill>
        <p:spPr>
          <a:xfrm>
            <a:off x="-300241" y="4632827"/>
            <a:ext cx="5915926" cy="80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400" dirty="0"/>
              <a:t>SINGULARITY</a:t>
            </a:r>
            <a:endParaRPr lang="en-IN" sz="1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C0981E8-A2D3-5B48-12FD-9E32CE3F0C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7791" b="14828"/>
          <a:stretch>
            <a:fillRect/>
          </a:stretch>
        </p:blipFill>
        <p:spPr>
          <a:xfrm>
            <a:off x="-162917" y="1506200"/>
            <a:ext cx="7122154" cy="209075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03C4CAE-4F3B-61D3-C3DE-C49FCAE28F4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4276" b="11964"/>
          <a:stretch>
            <a:fillRect/>
          </a:stretch>
        </p:blipFill>
        <p:spPr>
          <a:xfrm>
            <a:off x="3514422" y="3632751"/>
            <a:ext cx="8758599" cy="258548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6AE4F21-8E6B-1D15-7ECA-2CD934E03C0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78306"/>
          <a:stretch>
            <a:fillRect/>
          </a:stretch>
        </p:blipFill>
        <p:spPr>
          <a:xfrm>
            <a:off x="5759839" y="2671842"/>
            <a:ext cx="9134475" cy="91747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6DEF846-69F3-DECB-0F1C-7D1E5BF5D22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4916"/>
          <a:stretch>
            <a:fillRect/>
          </a:stretch>
        </p:blipFill>
        <p:spPr>
          <a:xfrm>
            <a:off x="-1561947" y="624523"/>
            <a:ext cx="7096125" cy="91747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43E970A-5ADF-FFF4-EEB2-53D5DBF2662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9385"/>
          <a:stretch>
            <a:fillRect/>
          </a:stretch>
        </p:blipFill>
        <p:spPr>
          <a:xfrm>
            <a:off x="7177500" y="894509"/>
            <a:ext cx="4404900" cy="219009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847D0EB-AAF4-8CDF-5DCB-7ECF1DE269C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7764"/>
          <a:stretch>
            <a:fillRect/>
          </a:stretch>
        </p:blipFill>
        <p:spPr>
          <a:xfrm>
            <a:off x="-132631" y="3423455"/>
            <a:ext cx="4237491" cy="2810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841908"/>
            <a:ext cx="9385300" cy="23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Oil Spilling Detection at Marine Environment using AIS and Satellite Datasets - ResearchGate, 2025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 Synthetic Data-Driven Approach for Oil Spill Detection: Fine-Tuning YOLOv11-Seg with LIC-Based Ocean Flow Modeling - MDPI, Journal of Marine Science and Engineering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Automated Oil Spill Detection Using Deep Learning and SAR Satellite Data for the Northern Entrance of the Suez Canal - PMC, 2025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Smart India Hackathon 2026 - Problem Statement 26143, sih.gov.in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900" dirty="0"/>
              <a:t>SINGULARITY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039C85D-6264-C08A-CD7B-8F55A8C36AB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231" t="18608" r="231" b="12574"/>
          <a:stretch>
            <a:fillRect/>
          </a:stretch>
        </p:blipFill>
        <p:spPr>
          <a:xfrm>
            <a:off x="7000567" y="3981306"/>
            <a:ext cx="5369027" cy="1814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7647</TotalTime>
  <Words>174</Words>
  <Application>Microsoft Office PowerPoint</Application>
  <PresentationFormat>Widescreen</PresentationFormat>
  <Paragraphs>38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Vaibhavi Brahamwanshi</cp:lastModifiedBy>
  <cp:revision>155</cp:revision>
  <dcterms:created xsi:type="dcterms:W3CDTF">2013-12-12T18:46:50Z</dcterms:created>
  <dcterms:modified xsi:type="dcterms:W3CDTF">2026-08-28T16:30:41Z</dcterms:modified>
  <cp:category/>
</cp:coreProperties>
</file>